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BFDBFE"/>
                </a:solidFill>
                <a:latin typeface="Calibri"/>
              </a:rPr>
              <a:t>DevOps Practical  |  Activity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Containerized REST API for Student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BFDBFE"/>
                </a:solidFill>
                <a:latin typeface="Calibri"/>
              </a:rPr>
              <a:t>Python  •  FastAPI  •  SQLite  • 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Riddhi Gopalani (34124)   Om Mahajan (34140)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Sudhan Dabhade (34118)   Pratik Kalburgi (34130)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1325880"/>
          </a:xfrm>
          <a:prstGeom prst="rect">
            <a:avLst/>
          </a:prstGeom>
          <a:solidFill>
            <a:srgbClr val="EF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Build a simple REST API that supports adding, viewing, and updating student records. Package the application into a Docker container and demonstrate that it can be started, stopped, and recreated without manually configuring the host environment.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•  Build a REST API to add, view and update student records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•  Store data in SQLite and keep it in a Docker volume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•  Write a Dockerfile and publish port 8000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•  Demonstrate docker stop / start / restart / rm / run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•  Test the API and show data survives container recreation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474720" cy="2011680"/>
          </a:xfrm>
          <a:prstGeom prst="rect">
            <a:avLst/>
          </a:prstGeom>
          <a:solidFill>
            <a:srgbClr val="EF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09728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Python 3.13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64748B"/>
                </a:solidFill>
                <a:latin typeface="Calibri"/>
              </a:rPr>
              <a:t>Programming language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463040"/>
            <a:ext cx="3474720" cy="2011680"/>
          </a:xfrm>
          <a:prstGeom prst="rect">
            <a:avLst/>
          </a:prstGeom>
          <a:solidFill>
            <a:srgbClr val="EF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463040"/>
            <a:ext cx="109728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19" y="18745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25603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64748B"/>
                </a:solidFill>
                <a:latin typeface="Calibri"/>
              </a:rPr>
              <a:t>REST framework + Swagger docs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1463040"/>
            <a:ext cx="3474720" cy="2011680"/>
          </a:xfrm>
          <a:prstGeom prst="rect">
            <a:avLst/>
          </a:prstGeom>
          <a:solidFill>
            <a:srgbClr val="EF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9" y="1463040"/>
            <a:ext cx="109728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18745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Uvicorn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25603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64748B"/>
                </a:solidFill>
                <a:latin typeface="Calibri"/>
              </a:rPr>
              <a:t>ASGI server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40480"/>
            <a:ext cx="3474720" cy="2011680"/>
          </a:xfrm>
          <a:prstGeom prst="rect">
            <a:avLst/>
          </a:prstGeom>
          <a:solidFill>
            <a:srgbClr val="EF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109728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2519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SQLite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9377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64748B"/>
                </a:solidFill>
                <a:latin typeface="Calibri"/>
              </a:rPr>
              <a:t>File-based database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79" y="3840480"/>
            <a:ext cx="3474720" cy="2011680"/>
          </a:xfrm>
          <a:prstGeom prst="rect">
            <a:avLst/>
          </a:prstGeom>
          <a:solidFill>
            <a:srgbClr val="EF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79" y="3840480"/>
            <a:ext cx="109728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19" y="42519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Docker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19" y="49377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64748B"/>
                </a:solidFill>
                <a:latin typeface="Calibri"/>
              </a:rPr>
              <a:t>Image, container, volume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19" y="3840480"/>
            <a:ext cx="3474720" cy="2011680"/>
          </a:xfrm>
          <a:prstGeom prst="rect">
            <a:avLst/>
          </a:prstGeom>
          <a:solidFill>
            <a:srgbClr val="EF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19" y="3840480"/>
            <a:ext cx="109728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59" y="42519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Pytest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59" y="49377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64748B"/>
                </a:solidFill>
                <a:latin typeface="Calibri"/>
              </a:rPr>
              <a:t>Automated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037" y="1143000"/>
            <a:ext cx="9819445" cy="5486400"/>
          </a:xfrm>
          <a:prstGeom prst="rect">
            <a:avLst/>
          </a:prstGeom>
          <a:ln>
            <a:solidFill>
              <a:srgbClr val="CBD5E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API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926080"/>
                <a:gridCol w="4206240"/>
                <a:gridCol w="2743200"/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Endpoint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Status codes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</a:rPr>
                        <a:t>/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</a:rPr>
                        <a:t>Welcome message and list of endpoints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</a:rPr>
                        <a:t>200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</a:rPr>
                        <a:t>/health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</a:rPr>
                        <a:t>Health check (also used by Docker HEALTHCHECK)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</a:rPr>
                        <a:t>/students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</a:rPr>
                        <a:t>View all students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</a:rPr>
                        <a:t>200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</a:rPr>
                        <a:t>/students/{student_id}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</a:rPr>
                        <a:t>View one student by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</a:rPr>
                        <a:t>200 / 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</a:rPr>
                        <a:t>/students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</a:rPr>
                        <a:t>Add a new student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</a:rPr>
                        <a:t>201 / 409 / 422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</a:rPr>
                        <a:t>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</a:rPr>
                        <a:t>/students/{student_id}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</a:rPr>
                        <a:t>Update an existing student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</a:rPr>
                        <a:t>200 / 404 / 409 / 422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120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64748B"/>
                </a:solidFill>
                <a:latin typeface="Calibri"/>
              </a:rPr>
              <a:t>Fields: id, name, roll_no (unique), department, email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64748B"/>
                </a:solidFill>
                <a:latin typeface="Calibri"/>
              </a:rPr>
              <a:t>Errors: 404 missing student  •  422 invalid input  •  409 duplicate roll number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Docker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85216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FROM python:3.13-slim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ENV PYTHONDONTWRITEBYTECODE=1 \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    PYTHONUNBUFFERED=1 \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    DB_PATH=/app/data/students.db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WORKDIR /app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COPY requirements.txt 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RUN pip install --no-cache-dir -r requirements.txt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COPY app/ ./app/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COPY tests/ ./tests/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COPY pytest.ini 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RUN mkdir -p /app/data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VOLUME ["/app/data"]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EXPOSE 8000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HEALTHCHECK --interval=30s --timeout=5s --start-period=10s --retries=3 \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    CMD python -c "import urllib.request; urllib.request.urlopen('http://localhost:8000/health')" || exit 1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CMD ["uvicorn", "app.main:app", "--host", "0.0.0.0", "--port", "8000"]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Build and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onsolas"/>
              </a:rPr>
              <a:t>docker build -t student-records-api:1.0 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onsolas"/>
              </a:rPr>
              <a:t>docker run -d --name student-api
  -p 8000:8000
  -v student-data:/app/data
  student-records-api:1.0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93192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-p 8000:8000  host port → container port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-v  volume keeps students.db outside the container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--host 0.0.0.0  reachable from outside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HEALTHCHECK  shows (healthy) in docker 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API Demo - Swagger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pic>
        <p:nvPicPr>
          <p:cNvPr id="5" name="Picture 4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669280" cy="2564040"/>
          </a:xfrm>
          <a:prstGeom prst="rect">
            <a:avLst/>
          </a:prstGeom>
          <a:ln>
            <a:solidFill>
              <a:srgbClr val="CBD5E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365760" y="37984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Swagger docs at /docs</a:t>
            </a:r>
          </a:p>
        </p:txBody>
      </p:sp>
      <p:pic>
        <p:nvPicPr>
          <p:cNvPr id="7" name="Picture 6" descr="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2465737"/>
          </a:xfrm>
          <a:prstGeom prst="rect">
            <a:avLst/>
          </a:prstGeom>
          <a:ln>
            <a:solidFill>
              <a:srgbClr val="CBD5E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17920" y="3700177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POST /students → 201 Created</a:t>
            </a:r>
          </a:p>
        </p:txBody>
      </p:sp>
      <p:pic>
        <p:nvPicPr>
          <p:cNvPr id="9" name="Picture 8" descr="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148" y="4434840"/>
            <a:ext cx="4032503" cy="1920239"/>
          </a:xfrm>
          <a:prstGeom prst="rect">
            <a:avLst/>
          </a:prstGeom>
          <a:ln>
            <a:solidFill>
              <a:srgbClr val="CBD5E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00799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PUT /students/4 → 200 OK</a:t>
            </a:r>
          </a:p>
        </p:txBody>
      </p:sp>
      <p:pic>
        <p:nvPicPr>
          <p:cNvPr id="11" name="Picture 10" descr="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434840"/>
            <a:ext cx="5669280" cy="700896"/>
          </a:xfrm>
          <a:prstGeom prst="rect">
            <a:avLst/>
          </a:prstGeom>
          <a:ln>
            <a:solidFill>
              <a:srgbClr val="CBD5E1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217920" y="5181456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GET /students/99 → 404 Not Found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Docker Image and Running Container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pic>
        <p:nvPicPr>
          <p:cNvPr id="5" name="Picture 4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120640" cy="5095068"/>
          </a:xfrm>
          <a:prstGeom prst="rect">
            <a:avLst/>
          </a:prstGeom>
          <a:ln>
            <a:solidFill>
              <a:srgbClr val="CBD5E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365760" y="63295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docker build, docker images, docker ps</a:t>
            </a:r>
          </a:p>
        </p:txBody>
      </p:sp>
      <p:pic>
        <p:nvPicPr>
          <p:cNvPr id="7" name="Picture 6" descr="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760" y="1188720"/>
            <a:ext cx="5355840" cy="5120640"/>
          </a:xfrm>
          <a:prstGeom prst="rect">
            <a:avLst/>
          </a:prstGeom>
          <a:ln>
            <a:solidFill>
              <a:srgbClr val="CBD5E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943600" y="635508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docker logs student-api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Container Lifecycle &amp; Data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pic>
        <p:nvPicPr>
          <p:cNvPr id="5" name="Picture 4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24" y="1188720"/>
            <a:ext cx="5576752" cy="5303520"/>
          </a:xfrm>
          <a:prstGeom prst="rect">
            <a:avLst/>
          </a:prstGeom>
          <a:ln>
            <a:solidFill>
              <a:srgbClr val="CBD5E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0" y="137160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•  docker stop → status Exited (0)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•  docker start → Up (healthy)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•  docker restart → Up 5 seconds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•  docker rm → container gone, volume student-data still listed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•  docker run → new container ID 30f12535efbf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•  All student records still available after recreation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Testing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6400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280160"/>
                <a:gridCol w="914400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Test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Add / view all / view by ID / update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201 / 200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Invalid input (bad email, missing fields, bad 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422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Student ID does not exist (GET, PUT)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404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Duplicate roll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409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API after docker rm + run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200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Data persists after recreation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Same record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Pytest - host and container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11 passed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188720"/>
            <a:ext cx="4846320" cy="5364480"/>
          </a:xfrm>
          <a:prstGeom prst="rect">
            <a:avLst/>
          </a:prstGeom>
          <a:ln>
            <a:solidFill>
              <a:srgbClr val="CBD5E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772400"/>
              </a:tblGrid>
              <a:tr h="6858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Problem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Solution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Docker engine not running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Started Docker Desktop and waited until the engine was running.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Wrong fields in the POST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Sent all required fields (name, roll_no, department, email). The request then returned 201 Created. Extra fields like age are simply ignored.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Slow first image build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requirements.txt is copied and installed before the app code, so Docker caches that layer. Later builds took about 4 seconds (Fig. 10 shows the CACHED steps).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Git Bash changes container paths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Ran the command in PowerShell instead, or used MSYS_NO_PATHCONV=1 in Git Bash.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PowerShell removes nested quotes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Avoided nested quotes in PowerShell and used Git Bash or a script file for such commands.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Port 8000 already in use (precaution)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Stopped the local server with Ctrl+C before starting the container.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Individual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280160"/>
                <a:gridCol w="7589520"/>
              </a:tblGrid>
              <a:tr h="8686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Member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Roll No.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Work done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</a:rPr>
                        <a:t>Riddhi Gopalani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</a:rPr>
                        <a:t>34124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</a:rPr>
                        <a:t>GitHub setup, FastAPI endpoints, SQLite database, validation, volume persistence, demo and commits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</a:rPr>
                        <a:t>Om Mahajan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</a:rPr>
                        <a:t>34140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</a:rPr>
                        <a:t>Dockerfile, .dockerignore, port mapping, image build, lifecycle demonstration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</a:rPr>
                        <a:t>Sudhan Dabhade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</a:rPr>
                        <a:t>34118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</a:rPr>
                        <a:t>Pytest test cases, smoke test script, test execution and troubleshooting notes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</a:rPr>
                        <a:t>Pratik Kalburgi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</a:rPr>
                        <a:t>34130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</a:rPr>
                        <a:t>Project report, presentation, architecture diagram and README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•  Built a working REST API for student records with FastAPI and SQLite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•  Packaged it as a Docker image - no Python setup needed on the host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•  Container can be stopped, started, removed and recreated with simple commands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•  Docker volume keeps the data safe across container recreation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•  All 15 test cases passed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563EB"/>
                </a:solidFill>
                <a:latin typeface="Calibri"/>
              </a:rPr>
              <a:t>https://github.com/RiddhiGopalani/Containerized-REST-API-for-Student-Records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